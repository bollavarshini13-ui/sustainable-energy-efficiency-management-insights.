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15124113"/>
  <p:notesSz cx="15124113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29B1E-5A4B-4C1C-98C0-3FEA14B67C34}" v="1" dt="2026-03-06T05:06:59.9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llavarshini13@gmail.com" userId="da1287fd3ea54626" providerId="LiveId" clId="{23D643BC-9ADE-476E-9E06-539B57EA1DFE}"/>
    <pc:docChg chg="undo custSel modSld">
      <pc:chgData name="bollavarshini13@gmail.com" userId="da1287fd3ea54626" providerId="LiveId" clId="{23D643BC-9ADE-476E-9E06-539B57EA1DFE}" dt="2026-03-06T05:11:56.663" v="92" actId="14100"/>
      <pc:docMkLst>
        <pc:docMk/>
      </pc:docMkLst>
      <pc:sldChg chg="addSp delSp modSp mod">
        <pc:chgData name="bollavarshini13@gmail.com" userId="da1287fd3ea54626" providerId="LiveId" clId="{23D643BC-9ADE-476E-9E06-539B57EA1DFE}" dt="2026-03-06T05:11:56.663" v="92" actId="14100"/>
        <pc:sldMkLst>
          <pc:docMk/>
          <pc:sldMk cId="0" sldId="256"/>
        </pc:sldMkLst>
        <pc:spChg chg="mod">
          <ac:chgData name="bollavarshini13@gmail.com" userId="da1287fd3ea54626" providerId="LiveId" clId="{23D643BC-9ADE-476E-9E06-539B57EA1DFE}" dt="2026-03-06T05:11:56.663" v="92" actId="1410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bollavarshini13@gmail.com" userId="da1287fd3ea54626" providerId="LiveId" clId="{23D643BC-9ADE-476E-9E06-539B57EA1DFE}" dt="2026-03-06T05:07:16.312" v="72" actId="6549"/>
          <ac:spMkLst>
            <pc:docMk/>
            <pc:sldMk cId="0" sldId="256"/>
            <ac:spMk id="11" creationId="{00000000-0000-0000-0000-000000000000}"/>
          </ac:spMkLst>
        </pc:spChg>
        <pc:spChg chg="mod">
          <ac:chgData name="bollavarshini13@gmail.com" userId="da1287fd3ea54626" providerId="LiveId" clId="{23D643BC-9ADE-476E-9E06-539B57EA1DFE}" dt="2026-03-06T05:05:20.366" v="54" actId="6549"/>
          <ac:spMkLst>
            <pc:docMk/>
            <pc:sldMk cId="0" sldId="256"/>
            <ac:spMk id="121" creationId="{00000000-0000-0000-0000-000000000000}"/>
          </ac:spMkLst>
        </pc:spChg>
        <pc:spChg chg="add del">
          <ac:chgData name="bollavarshini13@gmail.com" userId="da1287fd3ea54626" providerId="LiveId" clId="{23D643BC-9ADE-476E-9E06-539B57EA1DFE}" dt="2026-03-06T05:04:52.888" v="45" actId="478"/>
          <ac:spMkLst>
            <pc:docMk/>
            <pc:sldMk cId="0" sldId="256"/>
            <ac:spMk id="122" creationId="{00000000-0000-0000-0000-000000000000}"/>
          </ac:spMkLst>
        </pc:spChg>
        <pc:spChg chg="mod">
          <ac:chgData name="bollavarshini13@gmail.com" userId="da1287fd3ea54626" providerId="LiveId" clId="{23D643BC-9ADE-476E-9E06-539B57EA1DFE}" dt="2026-03-06T05:05:06.649" v="53" actId="20577"/>
          <ac:spMkLst>
            <pc:docMk/>
            <pc:sldMk cId="0" sldId="256"/>
            <ac:spMk id="123" creationId="{00000000-0000-0000-0000-000000000000}"/>
          </ac:spMkLst>
        </pc:spChg>
        <pc:picChg chg="add del mod">
          <ac:chgData name="bollavarshini13@gmail.com" userId="da1287fd3ea54626" providerId="LiveId" clId="{23D643BC-9ADE-476E-9E06-539B57EA1DFE}" dt="2026-03-06T05:09:02.858" v="75" actId="478"/>
          <ac:picMkLst>
            <pc:docMk/>
            <pc:sldMk cId="0" sldId="256"/>
            <ac:picMk id="125" creationId="{F1331B51-DC30-5E73-7CC3-AC537CFE9D07}"/>
          </ac:picMkLst>
        </pc:picChg>
        <pc:picChg chg="add mod">
          <ac:chgData name="bollavarshini13@gmail.com" userId="da1287fd3ea54626" providerId="LiveId" clId="{23D643BC-9ADE-476E-9E06-539B57EA1DFE}" dt="2026-03-06T05:10:10.205" v="87" actId="1076"/>
          <ac:picMkLst>
            <pc:docMk/>
            <pc:sldMk cId="0" sldId="256"/>
            <ac:picMk id="127" creationId="{633F9E94-7863-6BFB-2B93-16E81E3EC21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5414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BBF7D0">
              <a:alpha val="40000"/>
            </a:srgbClr>
          </a:solidFill>
          <a:ln w="12700">
            <a:solidFill>
              <a:srgbClr val="BBF7D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0" y="12344400"/>
            <a:ext cx="3657600" cy="3657600"/>
          </a:xfrm>
          <a:prstGeom prst="ellipse">
            <a:avLst/>
          </a:prstGeom>
          <a:solidFill>
            <a:srgbClr val="D9F99D">
              <a:alpha val="40000"/>
            </a:srgbClr>
          </a:solidFill>
          <a:ln w="12700">
            <a:solidFill>
              <a:srgbClr val="D9F99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689336" cy="1920240"/>
          </a:xfrm>
          <a:prstGeom prst="rect">
            <a:avLst/>
          </a:prstGeom>
          <a:solidFill>
            <a:srgbClr val="E8F5EB"/>
          </a:solidFill>
          <a:ln w="12700">
            <a:solidFill>
              <a:srgbClr val="B6D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689336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09560" y="25603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38160" y="182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EcoTrack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7909560" y="585216"/>
            <a:ext cx="2423160" cy="530352"/>
          </a:xfrm>
          <a:prstGeom prst="rect">
            <a:avLst/>
          </a:prstGeom>
          <a:solidFill>
            <a:srgbClr val="FEF3C7"/>
          </a:solidFill>
          <a:ln w="12700">
            <a:solidFill>
              <a:srgbClr val="B6D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09560" y="585216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BACHUPALLY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121920" y="301752"/>
            <a:ext cx="9530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i="1"/>
              <a:t>Sustainable Energy Efficiency Management Insights</a:t>
            </a:r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411480" y="8412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11480" y="1188720"/>
            <a:ext cx="3474720" cy="219456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11795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BASED LEARNING FROM FWD</a:t>
            </a:r>
            <a:endParaRPr lang="en-US" sz="750"/>
          </a:p>
        </p:txBody>
      </p:sp>
      <p:sp>
        <p:nvSpPr>
          <p:cNvPr id="14" name="Shape 12"/>
          <p:cNvSpPr/>
          <p:nvPr/>
        </p:nvSpPr>
        <p:spPr>
          <a:xfrm>
            <a:off x="256032" y="1755648"/>
            <a:ext cx="48280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6D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1755648"/>
            <a:ext cx="109728" cy="2331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1892808"/>
            <a:ext cx="1005840" cy="256032"/>
          </a:xfrm>
          <a:prstGeom prst="rect">
            <a:avLst/>
          </a:prstGeom>
          <a:solidFill>
            <a:srgbClr val="B45309">
              <a:alpha val="80000"/>
            </a:srgbClr>
          </a:solidFill>
          <a:ln w="12700">
            <a:solidFill>
              <a:srgbClr val="B4530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1883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F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475488" y="2231136"/>
            <a:ext cx="44988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>
                <a:solidFill>
                  <a:srgbClr val="0F2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Collaborative Academic Notes Exchange System</a:t>
            </a:r>
            <a:r>
              <a:rPr lang="en-US" sz="10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web platform where students can upload, search, share, and download academic notes securely within their institution. Developed using </a:t>
            </a:r>
            <a:r>
              <a:rPr lang="en-US" sz="10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JavaScript, Node.js, and Express.js,</a:t>
            </a:r>
            <a:r>
              <a:rPr lang="en-US" sz="10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features smart search, ratings, trending notes algorithm, bookmarks, and a contributor leaderboard.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5394960" y="1755648"/>
            <a:ext cx="5029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6D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94960" y="1755648"/>
            <a:ext cx="109728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577840" y="1892808"/>
            <a:ext cx="2011680" cy="25603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77840" y="1883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F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5623560" y="2304288"/>
            <a:ext cx="1097280" cy="777240"/>
          </a:xfrm>
          <a:prstGeom prst="rect">
            <a:avLst/>
          </a:prstGeom>
          <a:solidFill>
            <a:srgbClr val="DBEAFE"/>
          </a:solidFill>
          <a:ln w="15240">
            <a:solidFill>
              <a:srgbClr val="1D4ED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23560" y="230428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6903720" y="2304288"/>
            <a:ext cx="1097280" cy="777240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03720" y="230428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(JSON)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8092440" y="2304288"/>
            <a:ext cx="1097280" cy="777240"/>
          </a:xfrm>
          <a:prstGeom prst="rect">
            <a:avLst/>
          </a:prstGeom>
          <a:solidFill>
            <a:srgbClr val="DCFCE7"/>
          </a:solidFill>
          <a:ln w="15240">
            <a:solidFill>
              <a:srgbClr val="16A3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92440" y="230428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(Uploads)</a:t>
            </a:r>
            <a:endParaRPr lang="en-US" sz="850"/>
          </a:p>
        </p:txBody>
      </p:sp>
      <p:sp>
        <p:nvSpPr>
          <p:cNvPr id="29" name="Shape 27"/>
          <p:cNvSpPr/>
          <p:nvPr/>
        </p:nvSpPr>
        <p:spPr>
          <a:xfrm>
            <a:off x="9235440" y="2304288"/>
            <a:ext cx="1097280" cy="777240"/>
          </a:xfrm>
          <a:prstGeom prst="rect">
            <a:avLst/>
          </a:prstGeom>
          <a:solidFill>
            <a:srgbClr val="FCE7F3"/>
          </a:solidFill>
          <a:ln w="15240">
            <a:solidFill>
              <a:srgbClr val="9D174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235440" y="2304288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(Students)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6720840" y="2624328"/>
            <a:ext cx="182880" cy="0"/>
          </a:xfrm>
          <a:prstGeom prst="line">
            <a:avLst/>
          </a:prstGeom>
          <a:noFill/>
          <a:ln w="19050">
            <a:solidFill>
              <a:srgbClr val="3D6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001000" y="2624328"/>
            <a:ext cx="182880" cy="0"/>
          </a:xfrm>
          <a:prstGeom prst="line">
            <a:avLst/>
          </a:prstGeom>
          <a:noFill/>
          <a:ln w="19050">
            <a:solidFill>
              <a:srgbClr val="3D6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235440" y="2624328"/>
            <a:ext cx="182880" cy="0"/>
          </a:xfrm>
          <a:prstGeom prst="line">
            <a:avLst/>
          </a:prstGeom>
          <a:noFill/>
          <a:ln w="19050">
            <a:solidFill>
              <a:srgbClr val="3D6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77840" y="321868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handles all API requests, routing database operations and file storage</a:t>
            </a:r>
            <a:endParaRPr lang="en-US" sz="850"/>
          </a:p>
        </p:txBody>
      </p:sp>
      <p:sp>
        <p:nvSpPr>
          <p:cNvPr id="35" name="Shape 33"/>
          <p:cNvSpPr/>
          <p:nvPr/>
        </p:nvSpPr>
        <p:spPr>
          <a:xfrm>
            <a:off x="0" y="4297680"/>
            <a:ext cx="106893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B6D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56032" y="4471416"/>
            <a:ext cx="228600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651760" y="431596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CO-WISE IMPLEMENTATION</a:t>
            </a: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8138160" y="4471416"/>
            <a:ext cx="228600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56032" y="4736592"/>
            <a:ext cx="4828032" cy="171907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56032" y="4736592"/>
            <a:ext cx="4828032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93192" y="4901184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93192" y="48920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CO1</a:t>
            </a:r>
            <a:endParaRPr lang="en-US" sz="950"/>
          </a:p>
        </p:txBody>
      </p:sp>
      <p:sp>
        <p:nvSpPr>
          <p:cNvPr id="43" name="Text 41"/>
          <p:cNvSpPr/>
          <p:nvPr/>
        </p:nvSpPr>
        <p:spPr>
          <a:xfrm>
            <a:off x="1124712" y="4882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0F2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Fundamentals, HTML &amp; CSS</a:t>
            </a:r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438912" y="5303520"/>
            <a:ext cx="45079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Dashboard Design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 Structure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Flexbox &amp; Grid Layout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Styling &amp; Validation</a:t>
            </a:r>
            <a:endParaRPr lang="en-US" sz="950"/>
          </a:p>
        </p:txBody>
      </p:sp>
      <p:sp>
        <p:nvSpPr>
          <p:cNvPr id="45" name="Shape 43"/>
          <p:cNvSpPr/>
          <p:nvPr/>
        </p:nvSpPr>
        <p:spPr>
          <a:xfrm>
            <a:off x="5605272" y="4736592"/>
            <a:ext cx="4828032" cy="17190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605272" y="4736592"/>
            <a:ext cx="4828032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742432" y="4901184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742432" y="48920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CO2</a:t>
            </a:r>
            <a:endParaRPr lang="en-US" sz="950"/>
          </a:p>
        </p:txBody>
      </p:sp>
      <p:sp>
        <p:nvSpPr>
          <p:cNvPr id="49" name="Text 47"/>
          <p:cNvSpPr/>
          <p:nvPr/>
        </p:nvSpPr>
        <p:spPr>
          <a:xfrm>
            <a:off x="6473952" y="4882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0F2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Programming Essentials</a:t>
            </a:r>
            <a:endParaRPr lang="en-US" sz="1050"/>
          </a:p>
        </p:txBody>
      </p:sp>
      <p:sp>
        <p:nvSpPr>
          <p:cNvPr id="50" name="Text 48"/>
          <p:cNvSpPr/>
          <p:nvPr/>
        </p:nvSpPr>
        <p:spPr>
          <a:xfrm>
            <a:off x="5788152" y="5303520"/>
            <a:ext cx="45079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Star Ratings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Algorithm Logic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&amp; Comment System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&amp; Object Methods</a:t>
            </a:r>
            <a:endParaRPr lang="en-US" sz="950"/>
          </a:p>
        </p:txBody>
      </p:sp>
      <p:sp>
        <p:nvSpPr>
          <p:cNvPr id="51" name="Shape 49"/>
          <p:cNvSpPr/>
          <p:nvPr/>
        </p:nvSpPr>
        <p:spPr>
          <a:xfrm>
            <a:off x="256032" y="6565392"/>
            <a:ext cx="4828032" cy="1719072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256032" y="6565392"/>
            <a:ext cx="4828032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93192" y="6729984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93192" y="67208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CO3</a:t>
            </a:r>
            <a:endParaRPr lang="en-US" sz="950"/>
          </a:p>
        </p:txBody>
      </p:sp>
      <p:sp>
        <p:nvSpPr>
          <p:cNvPr id="55" name="Text 53"/>
          <p:cNvSpPr/>
          <p:nvPr/>
        </p:nvSpPr>
        <p:spPr>
          <a:xfrm>
            <a:off x="1124712" y="67116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0F2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JavaScript &amp; ES6+</a:t>
            </a:r>
            <a:endParaRPr lang="en-US" sz="1050"/>
          </a:p>
        </p:txBody>
      </p:sp>
      <p:sp>
        <p:nvSpPr>
          <p:cNvPr id="56" name="Text 54"/>
          <p:cNvSpPr/>
          <p:nvPr/>
        </p:nvSpPr>
        <p:spPr>
          <a:xfrm>
            <a:off x="438912" y="7132320"/>
            <a:ext cx="45079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 &amp; Closures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&amp; Async/Await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Persistence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 Architecture</a:t>
            </a:r>
            <a:endParaRPr lang="en-US" sz="950"/>
          </a:p>
        </p:txBody>
      </p:sp>
      <p:sp>
        <p:nvSpPr>
          <p:cNvPr id="57" name="Shape 55"/>
          <p:cNvSpPr/>
          <p:nvPr/>
        </p:nvSpPr>
        <p:spPr>
          <a:xfrm>
            <a:off x="5605272" y="6565392"/>
            <a:ext cx="4828032" cy="1719072"/>
          </a:xfrm>
          <a:prstGeom prst="rect">
            <a:avLst/>
          </a:prstGeom>
          <a:solidFill>
            <a:srgbClr val="FCE7F3"/>
          </a:solidFill>
          <a:ln w="12700">
            <a:solidFill>
              <a:srgbClr val="9D174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605272" y="6565392"/>
            <a:ext cx="4828032" cy="9144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742432" y="6729984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742432" y="67208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CO4</a:t>
            </a:r>
            <a:endParaRPr lang="en-US" sz="950"/>
          </a:p>
        </p:txBody>
      </p:sp>
      <p:sp>
        <p:nvSpPr>
          <p:cNvPr id="61" name="Text 59"/>
          <p:cNvSpPr/>
          <p:nvPr/>
        </p:nvSpPr>
        <p:spPr>
          <a:xfrm>
            <a:off x="6473952" y="67116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0F2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Event Handling</a:t>
            </a:r>
            <a:endParaRPr lang="en-US" sz="1050"/>
          </a:p>
        </p:txBody>
      </p:sp>
      <p:sp>
        <p:nvSpPr>
          <p:cNvPr id="62" name="Text 60"/>
          <p:cNvSpPr/>
          <p:nvPr/>
        </p:nvSpPr>
        <p:spPr>
          <a:xfrm>
            <a:off x="5788152" y="7132320"/>
            <a:ext cx="45079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&amp; Notification System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DOM Updates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Data Fetching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Accessibility</a:t>
            </a:r>
            <a:endParaRPr lang="en-US" sz="950"/>
          </a:p>
        </p:txBody>
      </p:sp>
      <p:sp>
        <p:nvSpPr>
          <p:cNvPr id="63" name="Shape 61"/>
          <p:cNvSpPr/>
          <p:nvPr/>
        </p:nvSpPr>
        <p:spPr>
          <a:xfrm>
            <a:off x="256032" y="8394192"/>
            <a:ext cx="4828032" cy="1719072"/>
          </a:xfrm>
          <a:prstGeom prst="rect">
            <a:avLst/>
          </a:prstGeom>
          <a:solidFill>
            <a:srgbClr val="ECFCCB"/>
          </a:solidFill>
          <a:ln w="12700">
            <a:solidFill>
              <a:srgbClr val="4D7C0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56032" y="8394192"/>
            <a:ext cx="4828032" cy="91440"/>
          </a:xfrm>
          <a:prstGeom prst="rect">
            <a:avLst/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93192" y="8558784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93192" y="85496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CO5</a:t>
            </a:r>
            <a:endParaRPr lang="en-US" sz="950"/>
          </a:p>
        </p:txBody>
      </p:sp>
      <p:sp>
        <p:nvSpPr>
          <p:cNvPr id="67" name="Text 65"/>
          <p:cNvSpPr/>
          <p:nvPr/>
        </p:nvSpPr>
        <p:spPr>
          <a:xfrm>
            <a:off x="1124712" y="85404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0F2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APIs &amp; Deployment</a:t>
            </a:r>
            <a:endParaRPr lang="en-US" sz="1050"/>
          </a:p>
        </p:txBody>
      </p:sp>
      <p:sp>
        <p:nvSpPr>
          <p:cNvPr id="68" name="Text 66"/>
          <p:cNvSpPr/>
          <p:nvPr/>
        </p:nvSpPr>
        <p:spPr>
          <a:xfrm>
            <a:off x="438912" y="8961120"/>
            <a:ext cx="45079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Meta Tags &amp; Open Graph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Share &amp; Clipboard API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Endpoints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Ready Build</a:t>
            </a:r>
            <a:endParaRPr lang="en-US" sz="950"/>
          </a:p>
        </p:txBody>
      </p:sp>
      <p:sp>
        <p:nvSpPr>
          <p:cNvPr id="69" name="Shape 67"/>
          <p:cNvSpPr/>
          <p:nvPr/>
        </p:nvSpPr>
        <p:spPr>
          <a:xfrm>
            <a:off x="5605272" y="8394192"/>
            <a:ext cx="4828032" cy="17190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605272" y="8394192"/>
            <a:ext cx="4828032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5742432" y="8558784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742432" y="85496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CO6</a:t>
            </a:r>
            <a:endParaRPr lang="en-US" sz="950"/>
          </a:p>
        </p:txBody>
      </p:sp>
      <p:sp>
        <p:nvSpPr>
          <p:cNvPr id="73" name="Text 71"/>
          <p:cNvSpPr/>
          <p:nvPr/>
        </p:nvSpPr>
        <p:spPr>
          <a:xfrm>
            <a:off x="6473952" y="85404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0F2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Security</a:t>
            </a:r>
            <a:endParaRPr lang="en-US" sz="1050"/>
          </a:p>
        </p:txBody>
      </p:sp>
      <p:sp>
        <p:nvSpPr>
          <p:cNvPr id="74" name="Text 72"/>
          <p:cNvSpPr/>
          <p:nvPr/>
        </p:nvSpPr>
        <p:spPr>
          <a:xfrm>
            <a:off x="5788152" y="8961120"/>
            <a:ext cx="45079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Server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System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with Analytics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Database Design</a:t>
            </a:r>
            <a:endParaRPr lang="en-US" sz="950"/>
          </a:p>
        </p:txBody>
      </p:sp>
      <p:sp>
        <p:nvSpPr>
          <p:cNvPr id="75" name="Shape 73"/>
          <p:cNvSpPr/>
          <p:nvPr/>
        </p:nvSpPr>
        <p:spPr>
          <a:xfrm>
            <a:off x="256032" y="10314432"/>
            <a:ext cx="10177272" cy="1508760"/>
          </a:xfrm>
          <a:prstGeom prst="rect">
            <a:avLst/>
          </a:prstGeom>
          <a:solidFill>
            <a:srgbClr val="ECFCCB"/>
          </a:solidFill>
          <a:ln w="12700">
            <a:solidFill>
              <a:srgbClr val="4D7C0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256032" y="10314432"/>
            <a:ext cx="10177272" cy="91440"/>
          </a:xfrm>
          <a:prstGeom prst="rect">
            <a:avLst/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56032" y="10314432"/>
            <a:ext cx="109728" cy="1508760"/>
          </a:xfrm>
          <a:prstGeom prst="rect">
            <a:avLst/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457200" y="10479024"/>
            <a:ext cx="2286000" cy="274320"/>
          </a:xfrm>
          <a:prstGeom prst="rect">
            <a:avLst/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57200" y="10469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0F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950"/>
          </a:p>
        </p:txBody>
      </p:sp>
      <p:sp>
        <p:nvSpPr>
          <p:cNvPr id="80" name="Text 78"/>
          <p:cNvSpPr/>
          <p:nvPr/>
        </p:nvSpPr>
        <p:spPr>
          <a:xfrm>
            <a:off x="475488" y="10817352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</a:t>
            </a:r>
            <a:r>
              <a:rPr lang="en-US" sz="1050" b="1">
                <a:solidFill>
                  <a:srgbClr val="0F2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development concepts</a:t>
            </a:r>
            <a:r>
              <a:rPr lang="en-US" sz="10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including responsive UI design, interactive form handling, DOM manipulation, and backend API integrations. In future, the system can be expanded with </a:t>
            </a:r>
            <a:r>
              <a:rPr lang="en-US" sz="10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recommendations</a:t>
            </a:r>
            <a:r>
              <a:rPr lang="en-US" sz="105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real-time collaboration features, and mobile app support for enhanced student engagement across institutions.</a:t>
            </a:r>
            <a:endParaRPr lang="en-US" sz="1050"/>
          </a:p>
        </p:txBody>
      </p:sp>
      <p:sp>
        <p:nvSpPr>
          <p:cNvPr id="81" name="Shape 79"/>
          <p:cNvSpPr/>
          <p:nvPr/>
        </p:nvSpPr>
        <p:spPr>
          <a:xfrm>
            <a:off x="836676" y="11960352"/>
            <a:ext cx="1170432" cy="320040"/>
          </a:xfrm>
          <a:prstGeom prst="rect">
            <a:avLst/>
          </a:prstGeom>
          <a:solidFill>
            <a:srgbClr val="FEF3C7"/>
          </a:solidFill>
          <a:ln w="19050">
            <a:solidFill>
              <a:srgbClr val="B4530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36676" y="119603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HTML5</a:t>
            </a:r>
            <a:endParaRPr lang="en-US" sz="900"/>
          </a:p>
        </p:txBody>
      </p:sp>
      <p:sp>
        <p:nvSpPr>
          <p:cNvPr id="83" name="Shape 81"/>
          <p:cNvSpPr/>
          <p:nvPr/>
        </p:nvSpPr>
        <p:spPr>
          <a:xfrm>
            <a:off x="2144268" y="11960352"/>
            <a:ext cx="1170432" cy="320040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2144268" y="119603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CSS3</a:t>
            </a:r>
            <a:endParaRPr lang="en-US" sz="900"/>
          </a:p>
        </p:txBody>
      </p:sp>
      <p:sp>
        <p:nvSpPr>
          <p:cNvPr id="85" name="Shape 83"/>
          <p:cNvSpPr/>
          <p:nvPr/>
        </p:nvSpPr>
        <p:spPr>
          <a:xfrm>
            <a:off x="3451860" y="11960352"/>
            <a:ext cx="1170432" cy="320040"/>
          </a:xfrm>
          <a:prstGeom prst="rect">
            <a:avLst/>
          </a:prstGeom>
          <a:solidFill>
            <a:srgbClr val="ECFCCB"/>
          </a:solidFill>
          <a:ln w="19050">
            <a:solidFill>
              <a:srgbClr val="4D7C0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3451860" y="119603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4D7C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900"/>
          </a:p>
        </p:txBody>
      </p:sp>
      <p:sp>
        <p:nvSpPr>
          <p:cNvPr id="87" name="Shape 85"/>
          <p:cNvSpPr/>
          <p:nvPr/>
        </p:nvSpPr>
        <p:spPr>
          <a:xfrm>
            <a:off x="4759452" y="11960352"/>
            <a:ext cx="1170432" cy="32004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4759452" y="119603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</a:t>
            </a:r>
            <a:endParaRPr lang="en-US" sz="900"/>
          </a:p>
        </p:txBody>
      </p:sp>
      <p:sp>
        <p:nvSpPr>
          <p:cNvPr id="89" name="Shape 87"/>
          <p:cNvSpPr/>
          <p:nvPr/>
        </p:nvSpPr>
        <p:spPr>
          <a:xfrm>
            <a:off x="6067044" y="11960352"/>
            <a:ext cx="1170432" cy="32004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067044" y="119603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Express.js</a:t>
            </a:r>
            <a:endParaRPr lang="en-US" sz="900"/>
          </a:p>
        </p:txBody>
      </p:sp>
      <p:sp>
        <p:nvSpPr>
          <p:cNvPr id="91" name="Shape 89"/>
          <p:cNvSpPr/>
          <p:nvPr/>
        </p:nvSpPr>
        <p:spPr>
          <a:xfrm>
            <a:off x="7374636" y="11960352"/>
            <a:ext cx="1170432" cy="320040"/>
          </a:xfrm>
          <a:prstGeom prst="rect">
            <a:avLst/>
          </a:prstGeom>
          <a:solidFill>
            <a:srgbClr val="FCE7F3"/>
          </a:solidFill>
          <a:ln w="19050">
            <a:solidFill>
              <a:srgbClr val="9D174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7374636" y="119603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9D1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APIs</a:t>
            </a:r>
            <a:endParaRPr lang="en-US" sz="900"/>
          </a:p>
        </p:txBody>
      </p:sp>
      <p:sp>
        <p:nvSpPr>
          <p:cNvPr id="93" name="Shape 91"/>
          <p:cNvSpPr/>
          <p:nvPr/>
        </p:nvSpPr>
        <p:spPr>
          <a:xfrm>
            <a:off x="8682228" y="11960352"/>
            <a:ext cx="1170432" cy="320040"/>
          </a:xfrm>
          <a:prstGeom prst="rect">
            <a:avLst/>
          </a:prstGeom>
          <a:solidFill>
            <a:srgbClr val="F3E8FF"/>
          </a:solidFill>
          <a:ln w="19050">
            <a:solidFill>
              <a:srgbClr val="C084FC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8682228" y="119603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900"/>
          </a:p>
        </p:txBody>
      </p:sp>
      <p:sp>
        <p:nvSpPr>
          <p:cNvPr id="95" name="Shape 93"/>
          <p:cNvSpPr/>
          <p:nvPr/>
        </p:nvSpPr>
        <p:spPr>
          <a:xfrm>
            <a:off x="256032" y="12435840"/>
            <a:ext cx="1604772" cy="749808"/>
          </a:xfrm>
          <a:prstGeom prst="rect">
            <a:avLst/>
          </a:prstGeom>
          <a:solidFill>
            <a:srgbClr val="DBEAFE"/>
          </a:solidFill>
          <a:ln w="12700">
            <a:solidFill>
              <a:srgbClr val="16A3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56032" y="12435840"/>
            <a:ext cx="1604772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256032" y="12527280"/>
            <a:ext cx="16047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1800"/>
          </a:p>
        </p:txBody>
      </p:sp>
      <p:sp>
        <p:nvSpPr>
          <p:cNvPr id="98" name="Text 96"/>
          <p:cNvSpPr/>
          <p:nvPr/>
        </p:nvSpPr>
        <p:spPr>
          <a:xfrm>
            <a:off x="256032" y="12874752"/>
            <a:ext cx="1604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800"/>
          </a:p>
        </p:txBody>
      </p:sp>
      <p:sp>
        <p:nvSpPr>
          <p:cNvPr id="99" name="Shape 97"/>
          <p:cNvSpPr/>
          <p:nvPr/>
        </p:nvSpPr>
        <p:spPr>
          <a:xfrm>
            <a:off x="1952244" y="12435840"/>
            <a:ext cx="1604772" cy="74980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1952244" y="12435840"/>
            <a:ext cx="160477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1952244" y="12527280"/>
            <a:ext cx="16047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/>
          </a:p>
        </p:txBody>
      </p:sp>
      <p:sp>
        <p:nvSpPr>
          <p:cNvPr id="102" name="Text 100"/>
          <p:cNvSpPr/>
          <p:nvPr/>
        </p:nvSpPr>
        <p:spPr>
          <a:xfrm>
            <a:off x="1952244" y="12874752"/>
            <a:ext cx="1604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800"/>
          </a:p>
        </p:txBody>
      </p:sp>
      <p:sp>
        <p:nvSpPr>
          <p:cNvPr id="103" name="Shape 101"/>
          <p:cNvSpPr/>
          <p:nvPr/>
        </p:nvSpPr>
        <p:spPr>
          <a:xfrm>
            <a:off x="3648456" y="12435840"/>
            <a:ext cx="1604772" cy="749808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3648456" y="12435840"/>
            <a:ext cx="1604772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3648456" y="12527280"/>
            <a:ext cx="16047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800"/>
          </a:p>
        </p:txBody>
      </p:sp>
      <p:sp>
        <p:nvSpPr>
          <p:cNvPr id="106" name="Text 104"/>
          <p:cNvSpPr/>
          <p:nvPr/>
        </p:nvSpPr>
        <p:spPr>
          <a:xfrm>
            <a:off x="3648456" y="12874752"/>
            <a:ext cx="1604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800"/>
          </a:p>
        </p:txBody>
      </p:sp>
      <p:sp>
        <p:nvSpPr>
          <p:cNvPr id="107" name="Shape 105"/>
          <p:cNvSpPr/>
          <p:nvPr/>
        </p:nvSpPr>
        <p:spPr>
          <a:xfrm>
            <a:off x="5344668" y="12435840"/>
            <a:ext cx="1604772" cy="749808"/>
          </a:xfrm>
          <a:prstGeom prst="rect">
            <a:avLst/>
          </a:prstGeom>
          <a:solidFill>
            <a:srgbClr val="ECFCCB"/>
          </a:solidFill>
          <a:ln w="12700">
            <a:solidFill>
              <a:srgbClr val="4D7C0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5344668" y="12435840"/>
            <a:ext cx="1604772" cy="64008"/>
          </a:xfrm>
          <a:prstGeom prst="rect">
            <a:avLst/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5344668" y="12527280"/>
            <a:ext cx="16047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4D7C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/>
          </a:p>
        </p:txBody>
      </p:sp>
      <p:sp>
        <p:nvSpPr>
          <p:cNvPr id="110" name="Text 108"/>
          <p:cNvSpPr/>
          <p:nvPr/>
        </p:nvSpPr>
        <p:spPr>
          <a:xfrm>
            <a:off x="5344668" y="12874752"/>
            <a:ext cx="1604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Outcomes</a:t>
            </a:r>
            <a:endParaRPr lang="en-US" sz="800"/>
          </a:p>
        </p:txBody>
      </p:sp>
      <p:sp>
        <p:nvSpPr>
          <p:cNvPr id="111" name="Shape 109"/>
          <p:cNvSpPr/>
          <p:nvPr/>
        </p:nvSpPr>
        <p:spPr>
          <a:xfrm>
            <a:off x="7040880" y="12435840"/>
            <a:ext cx="1604772" cy="749808"/>
          </a:xfrm>
          <a:prstGeom prst="rect">
            <a:avLst/>
          </a:prstGeom>
          <a:solidFill>
            <a:srgbClr val="FCE7F3"/>
          </a:solidFill>
          <a:ln w="12700">
            <a:solidFill>
              <a:srgbClr val="9D174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7040880" y="12435840"/>
            <a:ext cx="1604772" cy="64008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7040880" y="12527280"/>
            <a:ext cx="16047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D1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</a:t>
            </a:r>
            <a:endParaRPr lang="en-US" sz="1800"/>
          </a:p>
        </p:txBody>
      </p:sp>
      <p:sp>
        <p:nvSpPr>
          <p:cNvPr id="114" name="Text 112"/>
          <p:cNvSpPr/>
          <p:nvPr/>
        </p:nvSpPr>
        <p:spPr>
          <a:xfrm>
            <a:off x="7040880" y="12874752"/>
            <a:ext cx="1604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Ready</a:t>
            </a:r>
            <a:endParaRPr lang="en-US" sz="800"/>
          </a:p>
        </p:txBody>
      </p:sp>
      <p:sp>
        <p:nvSpPr>
          <p:cNvPr id="115" name="Shape 113"/>
          <p:cNvSpPr/>
          <p:nvPr/>
        </p:nvSpPr>
        <p:spPr>
          <a:xfrm>
            <a:off x="8737092" y="12435840"/>
            <a:ext cx="1604772" cy="74980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8737092" y="12435840"/>
            <a:ext cx="1604772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8737092" y="12527280"/>
            <a:ext cx="16047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A11Y</a:t>
            </a:r>
            <a:endParaRPr lang="en-US" sz="1800"/>
          </a:p>
        </p:txBody>
      </p:sp>
      <p:sp>
        <p:nvSpPr>
          <p:cNvPr id="118" name="Text 116"/>
          <p:cNvSpPr/>
          <p:nvPr/>
        </p:nvSpPr>
        <p:spPr>
          <a:xfrm>
            <a:off x="8737092" y="12874752"/>
            <a:ext cx="1604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3D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800"/>
          </a:p>
        </p:txBody>
      </p:sp>
      <p:sp>
        <p:nvSpPr>
          <p:cNvPr id="119" name="Shape 117"/>
          <p:cNvSpPr/>
          <p:nvPr/>
        </p:nvSpPr>
        <p:spPr>
          <a:xfrm>
            <a:off x="0" y="14465808"/>
            <a:ext cx="10689336" cy="658368"/>
          </a:xfrm>
          <a:prstGeom prst="rect">
            <a:avLst/>
          </a:prstGeom>
          <a:solidFill>
            <a:srgbClr val="DCFCE7"/>
          </a:solidFill>
          <a:ln w="12700">
            <a:solidFill>
              <a:srgbClr val="B6D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0" y="14465808"/>
            <a:ext cx="10689336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274320" y="145572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/>
          </a:p>
        </p:txBody>
      </p:sp>
      <p:sp>
        <p:nvSpPr>
          <p:cNvPr id="122" name="Shape 120"/>
          <p:cNvSpPr/>
          <p:nvPr/>
        </p:nvSpPr>
        <p:spPr>
          <a:xfrm>
            <a:off x="7498080" y="14538960"/>
            <a:ext cx="292608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7498080" y="14529816"/>
            <a:ext cx="2926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Varshini Bolla
</a:t>
            </a:r>
            <a:r>
              <a:rPr lang="en-US" sz="80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2520030431|  Cluster: 1</a:t>
            </a:r>
            <a:endParaRPr lang="en-US" sz="950"/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633F9E94-7863-6BFB-2B93-16E81E3EC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21" y="13880592"/>
            <a:ext cx="1424949" cy="8556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</Words>
  <Application>Microsoft Office PowerPoint</Application>
  <PresentationFormat>Custom</PresentationFormat>
  <Paragraphs>76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Courier New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bollavarshini13@gmail.com</cp:lastModifiedBy>
  <cp:revision>1</cp:revision>
  <dcterms:created xsi:type="dcterms:W3CDTF">2026-03-06T05:02:16Z</dcterms:created>
  <dcterms:modified xsi:type="dcterms:W3CDTF">2026-03-06T05:15:34Z</dcterms:modified>
</cp:coreProperties>
</file>